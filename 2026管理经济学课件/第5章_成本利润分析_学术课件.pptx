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645920" cy="438912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CH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A5C"/>
                </a:solidFill>
                <a:latin typeface="Times New Roman"/>
                <a:ea typeface="Microsoft YaHei"/>
              </a:rPr>
              <a:t>成本利润分析：结构、函数与决策应用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828800" cy="45720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86C1"/>
                </a:solidFill>
                <a:latin typeface="Times New Roman"/>
                <a:ea typeface="Microsoft YaHei"/>
              </a:rPr>
              <a:t>从会计成本到决策成本、短期与长期成本曲线及贡献分析法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3628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管理决策中的成本概念体系：显性与隐性成本、机会成本、沉没成本、增量成本与可避免成本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短期成本函数与几何曲线关系：TC, FC, VC, ATC, AFC, AVC 与 MC 的联动规律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长期成本函数与规模经济：长期平均成本包络线 (LAC)、规模经济与学习曲线效应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本量利分析与贡献分析法：盈亏平衡点 (BEP) 测算、安全边际与经营杠杆系数 (DOL)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企业经营实战应用：停产决策、新产品定价与最优自制外购决策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《管理经济学（第7版）》核心教学课件系列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成本利润分析方法论逻辑框架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决策成本概念 (第1节)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会计成本 vs 机会成本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沉没成本果断隔离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相关成本 vs 无关成本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增量成本与边际成本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成本函数与曲线 (第2节)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短期7大成本曲线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MC 穿过 ATC/AVC 最低点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长期 LAC 规划包络线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规模经济与学习效应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规模与范围经济 (第3节)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规模经济成因与极限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范围经济与产品协同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学习曲线幂函数模型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抢先渗透战略定价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贡献分析应用 (第4节)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贡献毛益 (P - AVC)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盈亏平衡点 BEP 测算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目标利润规划与 DOL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闲置产能低价接单决策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归纳要义：核心主线：破除传统会计成本分摊谬误 → 准确构建短期与长期成本曲线 → 运用贡献分析法进行精准边际决策。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管理决策中几个重要的成本概念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机会成本 · 沉没成本 · 增量成本 · 边际成本 · 可避免成本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决策成本概念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机会成本 (Opportunity Cost) 的决策精髓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机会成本在企业决策中的地位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核心定义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将某项有限资源投入特定用途后，所放弃的其他所有可能用途中能够获得的最大净收益。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自有资源的隐性机会成本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自有资金：放弃的市场基准投资利息或理财收益。
• 自有房产：放弃的市场公允对外出租租金收益。
• 业主自身劳动力：放弃在外部市场就职可获得的年薪报酬。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决策准则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一切资源配置的评估必须以机会成本为底线，否则企业将陷入「账面盈利但实质亏损」的资本毁灭陷阱！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典型算例解析 (例 5-1)：自用房产的机会成本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案例情境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某企业计划利用自有闲置厂房开设新车间生产零件，会计测算年收入 100 万元，原材料与工人工资 70 万元，预计账面会计利润 30 万元。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隐性机会成本核算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该厂房若对外出租，每年可获得稳定净租金 35 万元。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真实经济利润裁决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经济利润 = 100 - 70(显性) - 35(隐性) = -5 万元！
👉 结论：开办新车间看似赚 30 万，实则相比出租净亏损 5 万！企业应选择对外出租厂房。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核心结论：优秀决策者的思维模型：牢记机会成本（算清放弃了什么），无视沉没成本（忘记已经失去了什么）。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决策成本概念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沉没成本 (Sunk Cost) 的断舍离原则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沉没成本的特征与认知误区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核心定义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过去已经发生、由既往决策引起且无法通过未来任何决策加以改变或回收的支出。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经典决策心理误区 (沉没成本谬误)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「已经在这个研发项目上砸了1个亿，停掉太可惜了，必须继续投钱！」——用未来的好钱去填补过去的死钱。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决策铁律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沉没成本属于历史沉渣，在方案比选中属于无关成本，未来决策必须向前看 (Forward-looking)，绝不向后看！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5-2)：专用设备与废料处理决策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案例情境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某厂上年花费 50 万元购入一批专用原料，由于产品滞销，原料无法按原计划使用。现有两方案：
• 方案 A：直接作为废料变现出售，可得 10 万元。
• 方案 B：追加加工费 15 万元改制为另一种产品，改制后可售得 28 万元。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方案比选 (50万已属沉没成本，完全无关！)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方案 A 净收益 = 10 万元；
• 方案 B 增量净收益 = 28 - 15 = 13 万元。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决策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方案 B 净得 13 万优于方案 A 的 10 万，应选择方案 B 进行改制！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核心结论：决策铁律：沉没成本属于既往历史；面向未来，唯一重要的是方案未来的增量现金流入与增量流出。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决策成本概念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增量成本、边际成本与可避免成本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增量成本 (Incremental Cost) vs 边际成本 (MC)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增量成本定义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由于执行某项特定管理决策方案而引起的总成本增加额 (ΔC)。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适用维度区分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边际成本 (MC)：指产出量发生微小连续变动（如增产 1 件）引起的成本变动 (dC/dQ)。
• 增量成本 (ΔC)：适用于离散、大块的战略决策（如开设一个新分厂、接下一单 5 万件合同）。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相关成本原则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只有因该决策直接引起的增量成本才是决策相关成本，原有的固定开销沉没部分坚决不计入。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可避免成本 (Avoidable) 与亏损部门关停决策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可避免成本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若放弃或终止某项业务即可完全消除的成本（如直接工人工资、专用原料消耗、下线产品的专属租金）。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不可避免成本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无论是否开展该业务都必须照常支付的成本（如总部的行政分摊费、现有厂房的既定折旧）。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亏损部门关停准则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只要某部门的销售收入大于其「可避免成本」，该部门就为企业总体做出了净贡献，强行关停反而使总亏损扩大！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核心结论：企业管理者绝不能按会计报表的「平均成本」分摊额做决定，必须严格按「增量与可避免成本」进行实战裁决。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2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短期成本函数与几何曲线关系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TC/TFC/TVC · ATC/AFC/AVC · MC 边际成本 · U型曲线机理 · 最低点相交法则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短期成本函数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七大短期成本指标及其几何联动规律 (图 5-1 &amp; 图 5-2)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短期总成本构成 (TC = TFC + TVC)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总固定成本 (TFC)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在短期内不随产出量变化而改变的支出（厂房租金、设备折旧、高管薪酬），表现为一条水平横线。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总可变成本 (TVC)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随产出量增减而变动的支出（原材料、计件工资、动力消耗），从原点出发向右上方倾斜。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总成本 (TC)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TC = TFC + TVC，曲线形态与 TVC 完全相同，垂直向上平移 TFC 距离。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四大单位成本曲线的内在联动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平均固定成本 (AFC = TFC / Q)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随产销量 Q 增加而持续向横轴逼近（等轴双曲线，固定资产摊薄效应）。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平均可变成本 (AVC = TVC / Q)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呈 U 型，先因要素配合改善而下降，后因边际报酬递减而上升。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平均总成本 (ATC = AFC + AVC)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呈 U 型，ATC 曲线与 AVC 曲线之间的垂直距离等于 AFC，随 Q 增大而不断收窄。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边际成本 (MC = dTC/dQ)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先降后升的 U 型曲线；MC 必然精确穿过 AVC 和 ATC 的最低点！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核心结论：当 MC &lt; ATC 时，ATC 处于下降通道；当 MC &gt; ATC 时，ATC 处于上升通道；当 MC = ATC 时，ATC 达到最低点。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短期成本函数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短期成本曲线与短期产量曲线的镜像对应关系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边际产量 MP 与 边际成本 MC 的对偶镜像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数学推导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MC = d(TVC)/dQ = d(P_L · L)/dQ = P_L · (dL/dQ) = P_L / MP_L
(边际成本恒等于要素工资除以边际产量！)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几何对偶特征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当 MP_L 处于上升阶段时，MC 处于下降阶段；
• 当 MP_L 达到最高峰顶点时，MC 恰好降至最低谷底！
• 当 MP_L 遭遇边际报酬递减下降时，MC 呈现递增上升！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平均产量 AP 与 平均可变成本 AVC 的对偶镜像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数学推导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AVC = TVC / Q = (P_L · L) / Q = P_L / (Q/L) = P_L / AP_L
(平均可变成本恒等于工资除以平均产量！)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几何对偶特征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当 AP_L 处于上升阶段时，AVC 处于下降阶段；
• 当 AP_L 达到最高峰顶点时，AVC 恰好降至最低谷底！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经济学启示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短期成本曲线的 U 型形态，完全是由短期生产的边际报酬递减规律所决定的镜像投射！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核心结论：成本函数是生产函数的货币化镜像表达：提高生产要素的边际产出是压降企业边际成本的根本源泉。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短期成本函数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短期成本函数求导与极值算例解析 (例 5-5 &amp; 5-6)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算例解析 (例 5-5)：短期成本方程推导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已知短期总成本函数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TC = 100 + 50Q - 10Q² + Q³ (式中：TFC = 100, TVC = 50Q - 10Q² + Q³)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求解各单位成本函数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AFC = 100 / Q
• AVC = 50 - 10Q + Q²
• ATC = (100/Q) + 50 - 10Q + Q²
• MC = d(TC)/dQ = 50 - 20Q + 3Q²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求解 AVC 与 ATC 最低点 (例 5-6)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求解 AVC 最低点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令 d(AVC)/dQ = -10 + 2Q = 0 → Q = 5。
此时 AVC_min = 50 - 50 + 25 = 25 元。
代入 MC(5) = 50 - 20(5) + 3(25) = 50 - 100 + 75 = 25 元 (验证 MC=AVC！)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求解 MC 最低点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令 d(MC)/dQ = -20 + 6Q = 0 → Q = 3.33。
此时 MC 降至最低点 16.67 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核心结论：数理求导严格验证了成本曲线的 U 型几何关系与 MC 穿透交点定律。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3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长期成本函数、规模经济与学习曲线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长期平均成本 LAC · 包络线原理 · 最优经济规模 MES · 范围经济 · 学习曲线模型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长期成本理论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长期平均成本曲线 (LAC) 与最优经济规模 (MES)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长期平均成本包络线 (LAC Envelope)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长期规划的本质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在长期内，所有生产要素（包括厂房与设备规模）皆可自由调整，企业可根据市场需求选择最优工厂规模。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包络线形成机制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LAC 曲线是由无数条不同生产规模的短期平均成本曲线 (SAC) 的下包络线平滑连接而成。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最优经济规模 (Minimum Efficient Scale, MES)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长期平均成本 LAC 降至最低点对应的产出水平，代表行业内最具成本竞争力的生产规模。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规模经济与规模不经济的深层成因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规模经济 (Economies of Scale: LAC 下降)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生产专业化分工深化与员工熟练度提升
• 大型高效专用设备的技术不可分性分摊
• 大宗原材料采购的强议价权与物流运费节约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规模不经济 (Diseconomies of Scale: LAC 上升)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组织层级过多导致管理官僚化与信息严重失真
• 跨部门沟通协调成本激增，企业决策反应迟缓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行业特征差异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重化工业与汽车制造业 MES 巨大，自然形成寡头；服务业与定制化零售 MES 极小，呈现高度竞争分散。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核心结论：长期成本规划是企业产能投资的战略指南针：建厂规模必须达到或超越 MES，才能在行业价格战中立于不败之地。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规模与范围经济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范围经济 (Economies of Scope) 与多品类协同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范围经济的数学定义与判定 (公式 5-6)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核心定义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由单一企业联合生产多种关联产品所耗费的总成本，小于由多个独立企业分别单独生产这些产品的成本之和。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范围经济度量指标 (SC)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SC = [ C(Q1) + C(Q2) - C(Q1, Q2) ] / C(Q1, Q2)
• 若 SC &gt; 0：存在范围经济，联合生产能够节约成本；
• 若 SC &lt; 0：存在范围不经济，多品类分散精力导致成本上升。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范围经济的三大微观来源与企业实践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生产要素的多功能复用与共享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联合使用相同的研发平台、生产线设备、仓储物流网络与数字化 IT 基础设施。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品牌与渠道资产的协同溢价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利用单一高知名度母品牌延伸至多个品类（如苹果从手机延伸至手表、耳机、平板），大幅分摊营销费用。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副产品与废料的循环利用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石化炼油企业将裂解副产品转化为精细化工原料；农产品加工综合利用。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核心结论：规模经济解决「单一产品做大规模」，范围经济解决「关联产品多品类协同分摊公共成本」。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规模与范围经济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学习曲线效应 (Learning Curve) 与经验累积优势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学习曲线的基本模型与数学规律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学习曲线定义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随着产品累计产出量 (Cumulative Output) 的翻倍，单位产品的生产成本或工时呈现出可预测的固定比例下降。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幂函数数学表达式 (公式 5-7)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C_N = C_1 · N^b
(式中：C_1 为第 1 件产品成本，N 为累计产量，b 为学习速率参数，b &lt; 0)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80% 学习率示例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累计产量每翻一倍（如从 1 万件增至 2 万件），单位生产成本降为原来的 80%（成本节约 20%）。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学习效应 vs 规模经济的本质区别与战略应用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规模经济 (当期生产速率)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是指「在某一既定时期内」扩大生产速度与工厂容量所带来的平均成本摊薄（短期可逆）。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学习效应 (跨期历史累计产量)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是指「随着时间推移跨期积累的总产出经验」所带来的工艺熟练与组织优化（长期不可逆）。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战略应用：渗透抢先定价 (Forward Pricing)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在产品生命周期初期以低价甚至亏损抢占市场份额，快速累积产出穿透学习曲线，构建对手无法逾越的成本壁垒！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核心结论：学习效应使行业先行者能够凭借经验累积建立永久性的成本护城河。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4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本量利分析与贡献分析法的管理应用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盈亏平衡分析 BEP · 贡献毛益 CM · 目标利润规划 · 经营杠杆 DOL · 特殊订单决策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贡献分析法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盈亏平衡分析 (BEP) 与贡献毛益模型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盈亏平衡点 (Break-Even Point, BEP) 测算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核心平衡方程式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总销售收入 TR = 总成本 TC → P · Q = TFC + AVC · Q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盈亏平衡保本产销量 (公式 5-9)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Q_BEP = TFC / (P - AVC) = 固定成本总额 / 单位贡献毛益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盈亏平衡保本销售额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S_BEP = TFC / [ (P - AVC) / P ] = TFC / 贡献毛益率 (CMR)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4. 目标利润产销量规划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欲实现目标利润 π，所需产销量 Q = (TFC + π) / (P - AVC)。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单位贡献毛益 (Unit Contribution Margin) 的实战价值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贡献毛益的经济学本质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单位贡献毛益 cm = P - AVC，表示每多卖出一单位产品，能为企业补偿固定成本并创造利润做出多大贡献。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贡献毛益率 (CMR)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CMR = (P - AVC) / P = cm / P，反映每 1 元销售收入中扣除变动成本后剩余的净边际贡献。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决策黄金法则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只要 P &gt; AVC (cm &gt; 0)，该产品就在为企业吸收固定开销；
• 若 P &lt; AVC (cm &lt; 0)，生产越多亏损越惨烈，必须立刻停机关线！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核心结论：贡献分析法是管理会计与管理经济学的核心结合点：分清固定与变动成本，以贡献毛益而非净利润指导决策。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贡献分析法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经营杠杆系数 (DOL) 与企业经营风险测算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经营杠杆 (Operating Leverage) 的形成机制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概念定义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由于固定成本 (TFC) 的存在，导致企业销售量发生微小百分比变动时，利润产生更大百分比剧烈波动的杠杆效应。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经营杠杆系数计算公式 (公式 5-11)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DOL = (%Δπ) / (%ΔQ) = [ Q(P - AVC) ] / [ Q(P - AVC) - TFC ] = 贡献毛益总额 / 息税前利润 (EBIT)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临界特征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产销量越接近盈亏平衡点 (EBIT 趋近于 0)，DOL 趋向于无穷大；产销量远超平衡点时，DOL 逐渐回归接近 1。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高经营杠杆 vs 低经营杠杆战略权衡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高经营杠杆企业 (重资产、重固定资产折旧)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繁荣期：销量微增即可带来利润几何级暴增（乘数效应）。
• 萧条期：销量微降直接导致巨额亏损甚至破产（经营风险极高）。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低经营杠杆企业 (轻资产、外包可变成本多)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固定成本极低，盈亏平衡点低，抗周期波动能力极强，但繁荣期利润弹性较小。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管理启示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在宏观经济上行周期敢于加大固定资本投资；在经济下行或剧烈动荡期迅速实施轻资产外包。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核心结论：经营杠杆是一把双刃剑：固定资产投资越大，繁荣期爆发力越强，萧条期生存风险越致命。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决策实战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特殊低价追加订单决策 (例 5-10)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特殊订单决策的经济学原则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适用前提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企业拥有未被充分利用的闲置生产能力；
• 该批低价订单不会冲击原有的正常国内销售市场与定价体系。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决策判定准则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只要客户的出价 P 大于该批产品的「单位变动成本 AVC (增量成本)」，哪怕低于全部平均固定成本，也应坚决接单！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增量利润公式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增量利润 = Q_追加 × (P_追加 - AVC) &gt; 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5-10)：闲置产能接单测算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某厂财务数据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年设计产能 10 万件，正常产销 6 万件。单位售价 100 元，单位成本 80 元（变动成本 50 元，固定分摊 30 元）。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外商追加订购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外商提出追加购买 2 万件，要求定制专属包装，出价仅为 65 元/件，另需增加专用模具费 10 万元。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传统会计误区 vs 贡献分析法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会计部门：出价 65 元低于成本 80 元，每件亏 15 元，坚决拒绝！
• 经济学决策：增量收入 = 2万 × 65 = 130 万元；增量成本 = 2万 × 50 + 10万模具 = 110 万元；增量利润 = 130 - 110 = +20 万元！
👉 结论：接受订单为企业净增 20 万元营业利润！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核心结论：闲置产能接单的核心秘诀：在固定成本沉没不变的区间，变动成本才是唯一的底线准绳。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决策实战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零部件「自制还是外购」决策 (例 5-12)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自制 vs 外购 (Make or Buy) 的成本比较模型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决策实质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比较自制该零件所引起的「增量自制成本」与直接从外部供应商采购的「采购支出」。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自制增量成本构成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增量自制成本 = 直接材料 + 直接人工 + 变动制造费用 + 专用外购模具折旧（完全排除原厂房既定折旧！）。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产能机会成本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若不自制该零件，腾出的厂房设备可用于转产其他高毛利产品，转产净收益必须作为自制的机会成本计入！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5-12)：外购方案抉择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某厂需用零件 10000 个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目前自制单位账面成本 18 元（直接材料 8 元，直接人工 4 元，变动间接费 2 元，固定分摊 4 元）。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外部供应商报价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外部供应商报价 16 元/个。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情境 A：设备闲置无其他用途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自制增量变动成本 = 8 + 4 + 2 = 14 元 &lt; 外购价 16 元 → 此时自制更合算！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情境 B：腾出设备可出租获净利 3 万元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自制总相关成本 = (14 × 1万) + 3万(机会成本) = 17 万元；外购总成本 = 16 × 1万 = 16 万元 → 此时外购更合算！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核心结论：自制还是外购取决于增量成本与机会成本的综合权衡：算清隐性机会成本是防范外包失误的关键。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决策实战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资源受限下的最优产品组合决策 (例 5-14)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关键瓶颈资源与单位限制要素贡献毛益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决策背景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企业生产多种产品，各产品售价与成本不同，但共同消耗某种瓶颈资源（如关键机床台时、高级技工工时）。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传统盲目按产品毛利率排产的误区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高单价或高毛利产品可能单位耗费机时极长，单位时间的真实创利反而极低！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黄金排产排序准则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计算各产品「单位瓶颈资源的贡献毛益」：
单位机时贡献毛益 = 单位产品贡献毛益 (P - AVC) / 单位产品消耗机时 (小时)
按单位限制资源贡献毛益从大到小依次安排生产，直至产能耗尽！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5-14)：机时最优分配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产品 A 与 产品 B 参数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产品 A：售价 100 元，变动成本 60 元 (cm=40元)，单件耗 4 机时。
• 产品 B：售价 60 元，变动成本 30 元 (cm=30元)，单件耗 2 机时。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单位机时创利测算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产品 A 单位机时贡献 = 40 / 4 = 10 元/机时；
• 产品 B 单位机时贡献 = 30 / 2 = 15 元/机时！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排产决策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虽然 A 的单件毛利 (40元) 高于 B (30元)，但 B 的每小时创利 (15元) 远超 A (10元)！企业应全力优先安排生产产品 B！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核心结论：瓶颈资源决策的灵魂：追求单位瓶颈资源创利最大化，打破单一产品毛利率错觉。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第5章 成本利润分析核心体系复盘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决策成本观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全面核算隐性机会成本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果断隔离沉没成本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紧抓方案增量成本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以可避免成本看关停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短期与长期成本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短期7大成本几何联动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MC 穿过 ATC/AVC 极值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长期 LAC 规划包络线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MES 最优经济规模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规模与学习效应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规模经济降低当期成本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范围经济共享多品类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学习曲线经验跨期降本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抢先渗透定价壁垒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贡献分析实战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贡献毛益 cm = P - AVC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盈亏平衡保本产销测算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经营杠杆 DOL 风险控制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闲置产能与自制外购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归纳要义：成本利润分析是企业微观管理的核心武器：以机会成本与贡献毛益替代传统死板会计分摊，确保每项决策皆为企业净利润添砖加瓦。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复习与研讨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第5章 经典复习思考与考研/实战挑战题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第5章 成本利润分析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深度理论辨析题 (Seminar Questions)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为什么边际成本 MC 曲线必然穿过平均总成本 ATC 和平均可变成本 AVC 的最低点？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答：当 MC 小于平均成本时，边际拉低平均；当 MC 大于平均成本时，边际拉高平均。唯有在平均成本最低点处，边际成本恰好等于平均成本。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为什么账面发生亏损的产品线不一定应该立刻停产？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答：只要该产品的销售单价大于平均变动成本 (P &gt; AVC)，它就能产生正的贡献毛益用于分摊部分固定成本。如果盲目停产，原有固定成本仍需由其他产品背负，企业总亏损反而扩大！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规模经济与学习效应有何根本区别？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答：规模经济是单一时期内扩大生产速率带来的成本摊薄（短期可逆）；学习效应是跨期历史累计产出经验带来的工艺熟练与组织改进（长期不可逆）。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计算与实战应用挑战 (Applied Calculation)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盈亏平衡与目标利润计算 (例 5-8)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某企业固定成本 TFC = 20 万元，单价 P = 50 元，单位变动成本 AVC = 30 元：
👉 盈亏平衡保本销量 Q_BEP = 200000 / (50 - 30) = 10000 件。
👉 若欲实现目标利润 10 万元，所需产销量 Q = (200000 + 100000) / 20 = 15000 件！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经营杠杆系数 DOL 计算 (例 5-11)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某企业当前产销 10000 件，P = 100 元，AVC = 60 元，固定成本 TFC = 20 万元：
👉 EBIT = 10000×(100 - 60) - 200000 = 400000 - 200000 = 20 万元。
👉 贡献毛益总额 = 40 万元。
👉 DOL = 40 / 20 = 2.0 (销量增长 10% 将带动利润增长 20%！)。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核心结论：课后实践：请选择一家重资产制造企业与一家轻资产互联网企业，对比分析其成本结构与经营杠杆系数 (DOL) 的巨大差异！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