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005840"/>
            <a:ext cx="1645920" cy="438912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绪论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058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B3A5C"/>
                </a:solidFill>
                <a:latin typeface="Times New Roman"/>
                <a:ea typeface="Microsoft YaHei"/>
              </a:rPr>
              <a:t>管理经济学：研究对象、决策框架与方法论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651760"/>
            <a:ext cx="1828800" cy="45720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E86C1"/>
                </a:solidFill>
                <a:latin typeface="Times New Roman"/>
                <a:ea typeface="Microsoft YaHei"/>
              </a:rPr>
              <a:t>连接经济学理论与现代企业管理决策实践的桥梁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474720"/>
            <a:ext cx="10362895" cy="246888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3474720"/>
            <a:ext cx="103628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703320"/>
            <a:ext cx="97840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0">
                <a:solidFill>
                  <a:srgbClr val="2C2C2C"/>
                </a:solidFill>
                <a:latin typeface="Times New Roman"/>
                <a:ea typeface="Microsoft YaHei"/>
              </a:rPr>
              <a:t>•  管理经济学的创立背景、学科性质与根本任务（理论经济学 vs 决策科学）</a:t>
            </a:r>
          </a:p>
          <a:p>
            <a:r>
              <a:rPr sz="1350" b="0">
                <a:solidFill>
                  <a:srgbClr val="2C2C2C"/>
                </a:solidFill>
                <a:latin typeface="Times New Roman"/>
                <a:ea typeface="Microsoft YaHei"/>
              </a:rPr>
              <a:t>•  企业的性质、治理边界与现代企业核心经营目标（利润最大化 vs 企业价值最大化）</a:t>
            </a:r>
          </a:p>
          <a:p>
            <a:r>
              <a:rPr sz="1350" b="0">
                <a:solidFill>
                  <a:srgbClr val="2C2C2C"/>
                </a:solidFill>
                <a:latin typeface="Times New Roman"/>
                <a:ea typeface="Microsoft YaHei"/>
              </a:rPr>
              <a:t>•  微观经济学理论在企业战略中的应用模型（边际分析、增量分析与敏感度分析）</a:t>
            </a:r>
          </a:p>
          <a:p>
            <a:r>
              <a:rPr sz="1350" b="0">
                <a:solidFill>
                  <a:srgbClr val="2C2C2C"/>
                </a:solidFill>
                <a:latin typeface="Times New Roman"/>
                <a:ea typeface="Microsoft YaHei"/>
              </a:rPr>
              <a:t>•  管理决策中的机会成本思维与经济利润（经济利润 vs 会计利润）</a:t>
            </a:r>
          </a:p>
          <a:p>
            <a:r>
              <a:rPr sz="1350" b="0">
                <a:solidFill>
                  <a:srgbClr val="2C2C2C"/>
                </a:solidFill>
                <a:latin typeface="Times New Roman"/>
                <a:ea typeface="Microsoft YaHei"/>
              </a:rPr>
              <a:t>•  企业面临的内外部环境与社会主义市场经济条件下的企业社会责任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3093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《管理经济学（第7版）》核心教学课件系列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本章概览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知识架构与全书方法论逻辑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绪论 管理经济学的研究对象与决策框架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学科性质与任务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二战后学科创立背景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理论经济学与管理决策桥梁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定性与定量分析融合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实证研究与规范研究结合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9272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9272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02152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企业性质与目标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02152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02152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资源配置的替代机制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企业价值最大化模型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贴现现金流现值总和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股东财富与利益相关者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1344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64224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核心决策方法论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64224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边际分析法 (MR=MC)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增量分析法 (ΔR vs ΔC)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机会成本与沉没成本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经济利润与正常利润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43416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43416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26296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决策环境与责任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26296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26296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内部资源与外部市场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不确定性与风险决策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企业伦理与社会责任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全书各章逻辑推演脉络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📌 归纳要义：核心主线：为什么学管理经济学 → 企业为了什么而存在与经营 → 用什么思维和工具做决策 → 如何在复杂环境中实现企业价值最大化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solidFill>
            <a:srgbClr val="F8F9FA"/>
          </a:solidFill>
          <a:ln w="1524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109728" cy="4114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86C1"/>
                </a:solidFill>
                <a:latin typeface="Times New Roman"/>
                <a:ea typeface="Microsoft YaHei"/>
              </a:rPr>
              <a:t>第 1 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317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B3A5C"/>
                </a:solidFill>
                <a:latin typeface="Times New Roman"/>
                <a:ea typeface="Microsoft YaHei"/>
              </a:rPr>
              <a:t>管理经济学的研究对象与学科性质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246120"/>
            <a:ext cx="164592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800" y="3520440"/>
            <a:ext cx="8503920" cy="1097280"/>
          </a:xfrm>
          <a:prstGeom prst="roundRect">
            <a:avLst/>
          </a:prstGeom>
          <a:solidFill>
            <a:srgbClr val="EBF3FA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3657600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学科定义 · 微观经济学对比 · 决策科学工具 · 管理经济学任务 · 规范与实证分析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6217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绪论 管理经济学的研究对象与决策框架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2179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第1节 学科性质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管理经济学的定义与核心任务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绪论 管理经济学的研究对象与决策框架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管理经济学的学科定义与定位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学科定义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一门研究如何把传统经济学（主要是微观经济学）的理论和经济分析方法，应用于企业管理决策实践的交叉应用学科。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学科诞生的历史背景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二战后市场竞争加剧，传统西方经济学停留在经院式理论探讨，企业迫切需要将价格理论转化为切实可行的管理决策工具。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连接两大学术领域的桥梁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• 理论支柱：微观经济学的需求、生产、成本、市场结构理论
• 决策工具：运筹学、数理统计、优化算法与财务分析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管理经济学的核心任务与解决的问题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科学解答核心经营决策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为企业管理者解答「生产什么、生产多少、如何定价、如何进行长期投资与风险控制」等根本问题。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资源稀缺条件下的最优配置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在土地、资本、劳动力、技术与企业家才能有限的约束下，谋求投入产出效率最高与收益最大。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动态竞争环境中的策略选择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指导企业根据竞争对手行为与市场结构特征制定动态博弈策略。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核心结论：管理经济学的核心任务：帮助企业在资源稀缺与不确定的市场环境中做出最优的管理决策。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第1节 学科性质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管理经济学 vs 传统微观经济学 深度辨析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绪论 管理经济学的研究对象与决策框架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传统微观经济学 (Microeconomics)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研究目的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解释和预测整个市场体系的运行规律与资源配置效率（理论导向）。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基本假设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通常假定信息完全、市场完全竞争、企业目标单一且决策者完全理性。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分析视角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主要从全社会资源配置和福利经济学视角出发，侧重实证性理论推导。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管理经济学 (Managerial Economics)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研究目的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直接服务于单一企业的管理决策实践，提供可操作的方案（决策导向）。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基本假设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直面信息不完全、不确定性、外部风险与动态非对称竞争环境。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分析视角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从微观企业高管视角出发，侧重规范性分析（「应该怎样做才能达到最优」）。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核心结论：传统微观经济学是管理经济学的理论基石，管理经济学是微观经济学在企业管理中的实战升华。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solidFill>
            <a:srgbClr val="F8F9FA"/>
          </a:solidFill>
          <a:ln w="1524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109728" cy="4114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86C1"/>
                </a:solidFill>
                <a:latin typeface="Times New Roman"/>
                <a:ea typeface="Microsoft YaHei"/>
              </a:rPr>
              <a:t>第 2 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317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B3A5C"/>
                </a:solidFill>
                <a:latin typeface="Times New Roman"/>
                <a:ea typeface="Microsoft YaHei"/>
              </a:rPr>
              <a:t>企业的性质与现代企业目标体系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246120"/>
            <a:ext cx="164592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800" y="3520440"/>
            <a:ext cx="8503920" cy="1097280"/>
          </a:xfrm>
          <a:prstGeom prst="roundRect">
            <a:avLst/>
          </a:prstGeom>
          <a:solidFill>
            <a:srgbClr val="EBF3FA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3657600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企业本质 · 交易费用替代 · 企业价值最大化 · 利润最大化局限 · 委托代理问题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6217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绪论 管理经济学的研究对象与决策框架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2179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第2节 企业的性质与目标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企业的本质：为什么会有企业存在？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绪论 管理经济学的研究对象与决策框架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企业作为资源配置的一种组织形式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资源配置的两大机制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• 市场机制：通过价格信号（看不见的手）引导资源自发流动。
• 企业机制：通过管理者的行政指令（看得见的手）组织内部协作。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交易成本理论的解释 (科斯定理)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在市场上使用价格机制是有成本的（搜寻信息成本、谈判签约成本、履约监督成本）。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企业替代市场的经济逻辑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当企业内部组织交易所耗费的管理成本低于市场交易成本时，企业便应运而生并替代市场交易。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企业规模的边界界定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边际替代法则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企业扩张的边界位于：企业内部多组织一次交易所增加的组织成本 = 市场上完成该笔交易所耗费的交易成本。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规模扩张的制约因素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管理层级增加带来的信息传递失真、官僚主义低效与内部监督成本激增。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现代数字化与企业边界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互联网与数字化平台大幅降低了外部交易成本，推动现代企业组织向网络化、扁平化与生态化演进。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核心结论：企业是市场交易费用的节约装置；企业的最优规模取决于内部组织成本与外部交易成本的权衡。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第2节 企业的性质与目标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现代企业的核心目标：企业价值最大化 (Value Maximization)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绪论 管理经济学的研究对象与决策框架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短期利润最大化假设的重大缺陷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忽视资金时间价值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只看单期账面数额，无法衡量跨期现金流的真实贴现价值。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诱发管理层短期近视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可能促使管理者大幅削减研发投入、广告营销与员工培训，牺牲长期竞争力换取眼前业绩。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忽视经营风险与财务杠杆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高利润往往伴随极高经营风险与偿债危机，账面盈利无法保障现金流安全。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企业价值最大化模型与三大价值驱动支柱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企业价值数学模型 (现值贴现总和)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V = ∑ [ (TR_t - TC_t) / (1 + r)^t ] = ∑ [ π_t / (1 + r)^t ]
(式中：π_t 为第 t 期预期利润，r 为贴现率/加权资本成本 WACC)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支柱一：扩大总收益 (TR ↑)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精准把握市场需求，实施科学差异化定价与产品线布局。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支柱二：降低总成本 (TC ↓)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实现规模经济与范围经济，优化工艺流程与要素投入。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4. 支柱三：降低资本成本 (r ↓)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优化债务股权资本结构，建立全面风险对冲管理体系。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核心结论：企业价值最大化将盈利能力、增长速度与风险控制统一在现金流折现框架下，是现代企业经营的根本纲领。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第2节 企业的性质与目标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委托-代理问题 (Principal-Agent Problem) 与公司治理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绪论 管理经济学的研究对象与决策框架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委托-代理问题的产生根源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所有权与经营权分离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现代公司制企业中，股东（委托人）拥有企业所有权，职业经理人（代理人）掌握经营控制权。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利益诉求的不一致性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• 股东追求：股票市值与长期企业价值最大化。
• 管理层追求：自身薪酬、在职消费、权力地位与职业声誉最大化（规模扩张偏好）。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信息不对称与道德风险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股东难以全面监督管理层的日常努力程度，经理人可能产生偷懒或损害股东利益的行为。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解决代理冲突的现代公司治理机制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长期激励相容机制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推行股票期权 (Stock Options)、限制性股票与基于 EVA 经济增加值的业绩提成，使经理人利益与股东绑定。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内部监督与董事会制衡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引入独立董事制度、审计委员会与监事会穿透式监督。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外部市场约束力量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• 控制权市场（恶意收购接管威胁）
• 经理人声誉与职业人才市场竞聘压力
• 资本市场分析师与做空机构的外部监督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核心结论：完善的公司治理结构能够有效降低代理成本，确保管理层决策始终服务于企业价值最大化目标。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solidFill>
            <a:srgbClr val="F8F9FA"/>
          </a:solidFill>
          <a:ln w="1524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109728" cy="4114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86C1"/>
                </a:solidFill>
                <a:latin typeface="Times New Roman"/>
                <a:ea typeface="Microsoft YaHei"/>
              </a:rPr>
              <a:t>第 3 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317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B3A5C"/>
                </a:solidFill>
                <a:latin typeface="Times New Roman"/>
                <a:ea typeface="Microsoft YaHei"/>
              </a:rPr>
              <a:t>管理经济学的核心决策方法论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246120"/>
            <a:ext cx="164592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800" y="3520440"/>
            <a:ext cx="8503920" cy="1097280"/>
          </a:xfrm>
          <a:prstGeom prst="roundRect">
            <a:avLst/>
          </a:prstGeom>
          <a:solidFill>
            <a:srgbClr val="EBF3FA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3657600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边际分析法 · 增量分析法 · 机会成本 · 沉没成本 · 经济利润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6217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绪论 管理经济学的研究对象与决策框架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2179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第3节 核心决策方法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边际分析法 (Marginal Analysis) 的数学逻辑与应用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绪论 管理经济学的研究对象与决策框架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边际分析法的核心概念体系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边际的概念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当自变量 X 增加一个单位时，因变量 Y 的变化量（导数 dY/dX）。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边际收益 (MR) 与 边际成本 (MC)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• MR = d(TR)/dQ：每额外销售一单位产品所带来的总收入增量。
• MC = d(TC)/dQ：每额外生产一单位产品所增加的总成本支出。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边际利润 (Mπ)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Mπ = MR - MC = d(π)/dQ，反映利润增长的边际速度。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最优决策判定准则 (MR = MC)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当 MR &gt; MC 时 (Mπ &gt; 0)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增加产销量能够使总利润继续增加，企业应当扩大生产规模。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当 MR &lt; MC 时 (Mπ &lt; 0)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增加产销量会导致总利润减少，企业应当缩减生产规模。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当 MR = MC 时 (Mπ = 0)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边际利润为零，总利润曲线达到最高峰顶点！此时产销量达到最优均衡。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4. 告别平均值陷阱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平均成本或平均利润无法指导最优产出规模，管理决策必须以边际量为准绳！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核心结论：边际分析法是微观经济学与管理决策的灵魂：一切最优决策皆停留在「边际收益 = 边际成本」之处。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第3节 核心决策方法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增量分析法 (Incremental Analysis) 与离散方案比选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绪论 管理经济学的研究对象与决策框架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增量分析法的原理与适用场景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概念定义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分析因采纳某项具体管理方案所引起的「全部增量收入 (ΔR)」与「全部增量成本 (ΔC)」之间的差额。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与边际分析的区别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• 边际分析适用于连续变量的微量变动（如产量增减 1 件）。
• 增量分析适用于离散方案的块状整体变动（如接受一批 1000 件非标订单、上一条新产线）。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方案采纳准则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增量利润 Δπ = ΔR - ΔC &gt; 0 时，方案可行；若 Δπ ≤ 0 则坚决否定。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典型实务应用案例分析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闲置产能与特殊低价追加订单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只要客户出价高于该批订单的「增量变动成本」，哪怕低于全部平均固定成本，也应接受！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亏损产品线是否停产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若某产品账面亏损，但其销售收入大于可避免的增量成本（贡献毛益为正），停产反而使企业总亏损扩大！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自制还是外购零部件决策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比较自制的增量成本与外购采购支出，选择增量成本较低者。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核心结论：增量分析法直击方案对企业净现金流的真实贡献，是破除传统会计成本分摊陷阱的利器。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第3节 核心决策方法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机会成本与经济利润：重塑管理者的成本观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绪论 管理经济学的研究对象与决策框架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机会成本 (Opportunity Cost) vs 会计成本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机会成本定义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资源投入某一特定用途后，所放弃的其他所有可能用途中能够带来的最大净收益。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显性成本与隐性成本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• 显性成本（会计成本）：实际发生的货币资金支出（工资、材料、税金）。
• 隐性成本：使用自有资源未支付货币但实际放弃的收益（自有资金利息、自有厂房租金、管理者的个人机会报酬）。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沉没成本 (Sunk Cost) 决策隔离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过去已经发生且无法回收的沉没成本属于历史记录，绝不能影响未来决策！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经济利润 (Economic Profit) vs 会计利润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会计利润公式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会计利润 = 总收益 (TR) - 显性会计成本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经济利润公式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经济利润 = 总收益 (TR) - 经济成本 (显性成本 + 隐性机会成本) = 会计利润 - 隐性成本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经济利润的三大战略境界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• 经济利润 &gt; 0：产生真正超额价值，资本获得高于社会平均的机会回报。
• 经济利润 = 0：获得正常利润 (Normal Profit)，刚好补偿资本全部机会成本。
• 经济利润 &lt; 0：虽有会计账面利润但实际亏损，资源处于低效配置状态！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核心结论：真正的企业家精神不仅要赚取会计利润，更要创造大于资本机会成本的真实经济利润 (EVA)！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第3节 核心决策方法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沉没成本谬误与管理决策防呆机制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绪论 管理经济学的研究对象与决策框架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沉没成本谬误 (Sunk Cost Fallacy) 剖析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心理根源：损失厌恶与承诺升级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决策者不愿承认前期决策的失误，试图通过继续追加投资来挽救已经失败的项目。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经典商业悲剧：协和式超音速客机 (Concorde)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英法政府在明知该客机商业前景惨淡、运营成本极高的情况下，因沉没巨资而骑虎难下，持续注资数十年造成巨额财政黑洞。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警示名言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「当你发现自己掉进坑里时，第一件要做的事就是停止继续挖掘！」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企业防范沉没成本的制度化设计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阶段性里程碑评审 (Stage-Gate)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在研发和投资的关键节点设置硬性退出机制，不达标坚决止损斩仓。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决策权与执行权分离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引入独立的第三方评估机构或新任管理层复核既往投资，破除原决策者的面子心理。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建立容错与理性终止激励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对果断止损避免更大损失的项目负责人给予奖励，而非惩罚。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核心结论：决策铁律：沉没成本属于既往历史；面向未来，唯一重要的是方案未来的增量现金流入与增量流出。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solidFill>
            <a:srgbClr val="F8F9FA"/>
          </a:solidFill>
          <a:ln w="1524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109728" cy="4114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86C1"/>
                </a:solidFill>
                <a:latin typeface="Times New Roman"/>
                <a:ea typeface="Microsoft YaHei"/>
              </a:rPr>
              <a:t>第 4 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317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B3A5C"/>
                </a:solidFill>
                <a:latin typeface="Times New Roman"/>
                <a:ea typeface="Microsoft YaHei"/>
              </a:rPr>
              <a:t>企业经营环境与企业社会责任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246120"/>
            <a:ext cx="164592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800" y="3520440"/>
            <a:ext cx="8503920" cy="1097280"/>
          </a:xfrm>
          <a:prstGeom prst="roundRect">
            <a:avLst/>
          </a:prstGeom>
          <a:solidFill>
            <a:srgbClr val="EBF3FA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3657600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宏观与行业环境 · 市场竞争环境 · ESG治理 · 社会责任与长期价值 · 全书结构导引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6217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绪论 管理经济学的研究对象与决策框架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2179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第4节 环境与责任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企业面临的内外部环境与动态适应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绪论 管理经济学的研究对象与决策框架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宏观大环境 (PEST)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政治与法律规制政策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宏观经济周期与利率通胀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人口结构与社会文化变迁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颠覆性前沿技术革命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9272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9272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02152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产业竞争环境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02152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02152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现有同业竞争激烈度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潜在新进入者威胁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替代品与跨界竞争威胁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上下游供应商与买方议价权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1344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64224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企业内部资源与能力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64224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核心专利技术与知识产权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高素质研发与管理团队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卓越品牌声誉与客户黏性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敏捷柔性的供应链体系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43416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43416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26296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战略动态适配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26296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26296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以内部优势对接外部机会 (SWOT)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动态构建核心竞争护城河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柔性战略组织架构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持续创新抵御周期波动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📌 归纳要义：企业是嵌入在宏观生态系统中的有机体；优秀的管理决策必须深刻洞察外部大势，顺势而为。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第4节 环境与责任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企业社会责任 (CSR) 与 ESG 可持续发展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绪论 管理经济学的研究对象与决策框架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企业社会责任与企业价值的辩证统一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突破股东至上主义的狭隘局限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企业不仅属于股东，更是雇员、客户、供应商、社区与生态环境构成的利益共同体。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履行社会责任并非纯成本支出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• 增强消费者品牌认同感与忠诚度
• 吸引并保留全球顶尖卓越人才
• 显著降低合规诉讼与环境监管处罚风险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创造共享价值 (Creating Shared Value, CSV)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将解决社会痛点（绿色环保、健康普惠）与企业核心商业模式深度融合。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现代 ESG 投资与治理体系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环境维度 (Environmental: E)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节能减排、碳足迹管理、资源循环利用与绿色供应链。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社会维度 (Social: S)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员工健康安全、劳工权益保障、产品安全与社区公益。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治理维度 (Governance: G)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透明信息披露、反商业贿赂、董事会多元化与合规风控。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4. 资本市场赋能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高 ESG 评级企业能够获得更低成本的绿色融资，享受更高的资本估值溢价！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核心结论：履行社会责任是企业最坚固的无形资产：善待社会与环境的企业，方能享有基业长青的长期繁荣。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案例研讨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案例 0-1：某跨国科技巨头新产线投资的决策教训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绪论 管理经济学的研究对象与决策框架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11247120" cy="457200"/>
          </a:xfrm>
          <a:prstGeom prst="rect">
            <a:avLst/>
          </a:prstGeom>
          <a:solidFill>
            <a:srgbClr val="EBF3FA"/>
          </a:solidFill>
          <a:ln w="1524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91440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35331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50" b="1">
                <a:solidFill>
                  <a:srgbClr val="1B3A5C"/>
                </a:solidFill>
                <a:latin typeface="Times New Roman"/>
                <a:ea typeface="Microsoft YaHei"/>
              </a:rPr>
              <a:t>📖 案例研讨：某跨国科技巨头新产线投资的决策得失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20240"/>
            <a:ext cx="2674620" cy="3291840"/>
          </a:xfrm>
          <a:prstGeom prst="rect">
            <a:avLst/>
          </a:prstGeom>
          <a:solidFill>
            <a:srgbClr val="FEFCF6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920240"/>
            <a:ext cx="2674620" cy="411480"/>
          </a:xfrm>
          <a:prstGeom prst="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965960"/>
            <a:ext cx="24917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决策背景与立项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423160"/>
            <a:ext cx="24003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耗资 5 亿元新建旧制程芯片产线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市场突遇技术升级，竞品价格暴跌 40%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产线尚未投产即面临巨额亏损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4700" y="1920240"/>
            <a:ext cx="2674620" cy="3291840"/>
          </a:xfrm>
          <a:prstGeom prst="rect">
            <a:avLst/>
          </a:prstGeom>
          <a:solidFill>
            <a:srgbClr val="FEFCF6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14700" y="1920240"/>
            <a:ext cx="2674620" cy="411480"/>
          </a:xfrm>
          <a:prstGeom prst="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06140" y="1965960"/>
            <a:ext cx="24917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陷入沉没成本陷阱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1860" y="2423160"/>
            <a:ext cx="24003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管理层因前期已投入 3.5 亿元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不顾市场剧变，强行追加 1.5 亿收尾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投产首月产品严重积压滞销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1920240"/>
            <a:ext cx="2674620" cy="3291840"/>
          </a:xfrm>
          <a:prstGeom prst="rect">
            <a:avLst/>
          </a:prstGeom>
          <a:solidFill>
            <a:srgbClr val="FEFCF6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1920240"/>
            <a:ext cx="2674620" cy="411480"/>
          </a:xfrm>
          <a:prstGeom prst="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965960"/>
            <a:ext cx="24917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边际与增量分析介入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423160"/>
            <a:ext cx="24003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测算显示未来售价 P 无法覆盖 AVC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继续开工每生产一片倒贴 15 元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增量现金流为深度负值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29700" y="1920240"/>
            <a:ext cx="2674620" cy="3291840"/>
          </a:xfrm>
          <a:prstGeom prst="rect">
            <a:avLst/>
          </a:prstGeom>
          <a:solidFill>
            <a:srgbClr val="FEFCF6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29700" y="1920240"/>
            <a:ext cx="2674620" cy="411480"/>
          </a:xfrm>
          <a:prstGeom prst="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1140" y="1965960"/>
            <a:ext cx="24917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果断止损与转型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6860" y="2423160"/>
            <a:ext cx="24003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董事会果断计提资产减值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坚决关停旧产线，盘活厂房设备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转型投入高毛利先进制程研发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349240"/>
            <a:ext cx="11247120" cy="914400"/>
          </a:xfrm>
          <a:prstGeom prst="rect">
            <a:avLst/>
          </a:prstGeom>
          <a:solidFill>
            <a:srgbClr val="DCEDF8"/>
          </a:solidFill>
          <a:ln w="1524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413248"/>
            <a:ext cx="1088136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🎯 管理经济学启示与决策启示：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沉没成本是管理者的心理牢笼！当外部市场发生颠覆性突变时，必须以边际收益与增量现金流为唯一依据，果断止损。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全书脉络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管理经济学全书 11 章逻辑推演全景图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绪论 管理经济学的研究对象与决策框架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第一模块：需求侧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第1章 市场供求及其机制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第2章 需求弹性分析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第3章 需求估计与预测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解答：生产什么与市场在哪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9272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9272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02152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第二模块：供给侧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02152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02152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第4章 生产函数与要素组合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第5章 成本与利润分析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规模经济与学习效应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解答：如何以最低成本生产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1344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64224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第三模块：市场与定价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64224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第6章 四类市场结构与博弈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第7章 差异化定价实践实践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转移定价与捆绑销售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解答：如何在竞争中定价盈利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43416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43416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26296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第四模块：投资与环境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26296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26296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第8章 长期投资决策 (NPV)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第9章 风险决策与决策树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第10章 政府规制与外部性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第11章 企业全球化经营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📌 归纳要义：全书以企业价值最大化为核心红线：从需求洞察出发，经生产成本优化与市场博弈定价，最终落地于跨期投资与全球化战略。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绪论 核心知识与决策公式系统复盘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绪论 管理经济学的研究对象与决策框架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学科使命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微观经济学理论实践化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以定量分析支持决策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解决企业资源优化配置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直面不确定竞争环境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9272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9272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02152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企业目标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02152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02152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超越单期短期利润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追求企业价值最大化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折现现金流总和最大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平衡利益相关者诉求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1344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64224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决策工具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64224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边际分析求最优 (MR=MC)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增量分析比选方案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机会成本全盘考量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沉没成本果断剔除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43416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43416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26296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战略思维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26296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26296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创造真实经济利润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超越传统会计思维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兼顾企业社会责任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全书理论逻辑之总纲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📌 归纳要义：绪论确立了全书的灵魂：以企业价值最大化为目标，以边际与机会成本为武器，开启科学管理决策之旅。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复习与研讨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绪论 经典复习思考与考研/实战挑战题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绪论 管理经济学的研究对象与决策框架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21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深度理论辨析题 (Seminar Questions)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为什么说追求利润最大化不等于追求企业价值最大化？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👉 答：利润最大化忽视了跨期现金流的时间价值、忽视了财务杠杆带来的经营风险、且容易诱使经理人采取削减研发的短期近视行为。企业价值最大化是各期自由现金流折现现值的总和，兼顾了长期增长与风险防范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什么是沉没成本？在企业实际决策中管理者为何常常陷入沉没成本谬误？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👉 答：沉没成本是过去已经发生且无法通过未来决策回收的支出。管理者常因心理上的损失厌恶、面子责任感与承诺升级，试图通过继续注资来挽回面子，导致更大的损失。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会计利润为正的企业是否一定创造了经济价值？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👉 答：不一定。若会计利润小于企业使用自有资本的隐性机会成本，其实际经济利润为负，意味着该资本如果投入外部社会平均水平可以赚得更多，实质上毁灭了股东财富。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计算与实战应用挑战 (Applied Calculation)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自行创业的机会成本与经济利润核算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张先生辞去外企年薪 30 万元工作，动用个人存款 100 万元（年利率 5%）投资开办咨询公司。年营业收入 120 万元，支付办公租金和员工工资 70 万元。
👉 会计利润 = 120 - 70 = 50 万元。
👉 隐性机会成本 = 放弃年薪 30 万 + 存款利息 5 万 = 35 万元。
👉 经济利润 = 50 - 35 = 15 万元 (经济利润为正，创业决策合理！)。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闲置产能低价追加订货决策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某厂产能 1 万件，正常产销 7000 件，售价 100 元，单位成本 80 元（变动成本 50 元，固定分摊 30 元）。现有一外商欲追加订购 2000 件，出价 65 元。
👉 增量收入 = 2000 × 65 = 13 万元。
👉 增量成本 = 2000 × 50 = 10 万元 (固定成本沉没不变)。
👉 增量贡献 = 13 - 10 = +3 万元 (出价大于变动成本，应果断接受！)。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核心结论：课后实践：请同学们审视自己最近做出的某项重大决策（如考研、就业或个人投资），分析其中是否存在隐性机会成本与沉没成本干扰！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