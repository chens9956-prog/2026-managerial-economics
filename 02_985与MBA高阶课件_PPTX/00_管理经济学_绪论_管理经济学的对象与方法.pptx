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A3B"/>
                </a:solidFill>
              </a:defRPr>
            </a:pPr>
            <a:r>
              <a:t>MANAGERIAL ECONOMICS · 第 7 版精编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绪论：管理经济学的研究对象与决策准则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Managerial Economics: Objectives, Scope &amp; Decision Framework</a:t>
            </a:r>
          </a:p>
          <a:p>
            <a:br/>
            <a:pPr>
              <a:defRPr sz="1200">
                <a:solidFill>
                  <a:srgbClr val="D2DCE6"/>
                </a:solidFill>
              </a:defRPr>
            </a:pPr>
            <a:r>
              <a:t>授课主线：微观理论机制 ➔ 数理量化模型 ➔ MBA标杆商业实战 ➔ 决策落地清单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本章核心逻辑架构与学习路线图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管理经济学的学科定位：微观经济学理论与管理决策实践的桥梁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企业经营目标演进：短期会计利润最大化 → 长期企业价值最大化 (EV)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核心决策准则：机会成本 (Opportunity Cost) 与经济利润 (Economic Profit)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边际分析法 (Marginal Analysis)：MR=MC 与边际贡献决策法则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(模块一与二)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01 · 学科本质与研究方法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管理经济学是应用微观经济学原理和定量分析工具（优化理论、计量统计、博弈论），指导企业管理者在资源约束下做出最优商业决策的科学。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02 · 企业价值最大化模型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企业价值 V = ∑ [π_t / (1 + r)^t]，决策者必须权衡当前利润与未来现金流、收益与风险、贴现率(资本成本r)的关系。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(模块三与四)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03 · 机会成本 vs 会计成本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经济成本 = 会计显性成本 + 机会隐性成本。经济利润 = 总收益 - 经济成本。只有经济利润大于0，企业才真正创造了超额经济价值(EVA)。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04 · 边际决策法则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最优决策发生在边际效益等于边际成本之处（MB = MC）。若 MR &gt; MC 则扩大规模，若 MR &lt; MC 则缩减规模。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CASE STUDY · 标杆企业决策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MBA 商业实战案例深度剖析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B365D"/>
                </a:solidFill>
              </a:defRPr>
            </a:pPr>
            <a:r>
              <a:t>【MBA实战案例】波音 787 梦想客机研发决策中的机会成本与沉没成本辨析</a:t>
            </a:r>
          </a:p>
          <a:p>
            <a:r>
              <a:rPr b="1" sz="1300">
                <a:solidFill>
                  <a:srgbClr val="E06A3B"/>
                </a:solidFill>
              </a:rPr>
              <a:t>【商业情境与决策困局】： </a:t>
            </a:r>
            <a:r>
              <a:rPr>
                <a:solidFill>
                  <a:srgbClr val="282C34"/>
                </a:solidFill>
              </a:rPr>
              <a:t>波音公司在研发 787 梦想客机过程中面临数十亿美元的研发超支与供应链延期，管理层在继续投入还是终止项目之间面临重大抉择。</a:t>
            </a:r>
          </a:p>
          <a:p>
            <a:r>
              <a:rPr b="1" sz="1300">
                <a:solidFill>
                  <a:srgbClr val="1B365D"/>
                </a:solidFill>
              </a:rPr>
              <a:t>
【管理经济学深度剖析】： </a:t>
            </a:r>
            <a:r>
              <a:rPr>
                <a:solidFill>
                  <a:srgbClr val="282C34"/>
                </a:solidFill>
              </a:rPr>
              <a:t>管理经济学启示：已发生的数十亿美元研发费用属于沉没成本（Sunk Cost），决策不应受沉没成本影响；关键在于未来增量现金流的现值是否大于未来增量投入的机会成本。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EXECUTIVE CHECKLIST · 决策闭环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管理决策落地启示清单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决策看未来，不看过去：坚决剔除沉没成本干扰。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树立经济利润思维：资本是有成本的，账面赚钱不等于创造价值。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掌握边际思维：一切优化决策均在边际上展开。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REVIEW &amp; DISCUSSION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本章复习思考与考试典型考点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01：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请辨析会计利润与经济利润的区别，并说明为什么企业即便会计利润为正仍可能面临破产？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02：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在企业面临产能闲置时，某外贸订单出价低于平均总成本但高于平均变动成本，企业是否应当接单？请用边际分析法论证。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