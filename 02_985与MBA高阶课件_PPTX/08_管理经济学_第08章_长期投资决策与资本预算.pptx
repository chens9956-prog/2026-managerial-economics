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第8章：长期投资决策与资本预算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Capital Budgeting, Net Present Value (NPV) &amp; Investment Decisions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货币时间价值原理：复利、年金与贴现现金流 (DCF) 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资本预算评价指标：净现值法 (NPV)、内部收益率法 (IRR)、动态回收期法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项目现金流识别原则：增量原则、税后现金流、机会成本计入与沉没成本剔除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资本成本与加权平均资本成本 (WACC) 在折现率设定中的基准作用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净现值法则 (NPV Rule)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NPV = ∑ [NCFt / (1+k)^t] - C0。当 NPV &gt; 0 时接受项目。NPV 具有价值可加性，是股东财富最大化的最优评价指标。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内部收益率 (IRR) 及其局限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使 NPV = 0 的贴现率。当 IRR &gt; 资本成本 k 时接受项目。在互斥项目比较、非常规现金流（多次符号变动）时可能产生误导。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相关现金流估计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投资决策看的是自由现金流 (FCF) = 经营利润(1-税率) + 折旧摊销 - 资本性支出 - 营运资本变动。必须考虑外部协同/侵蚀效应。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资本成本 WACC 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WACC = (E/V)*Ke + (D/V)*Kd*(1-T)。Ke 采用资本资产定价模型 CAPM: Ke = Rf + β*(Rm - Rf)。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【MBA实战案例】宁德时代动力电池超级工厂百亿扩建项目的资本预算评估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新能源电池龙头企业在全球范围内规划数十座 GWh 级超级电池基地，面临巨额初始资本开支与复杂的未来现金流预测。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财务团队构建 10 年期 DCF 估值模型，通过敏感性分析测试产能利用率、碳酸锂原材料价格及 WACC 变动对项目 NPV 的影响，确保资本分配效率。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以 NPV 为核心罗盘：在资本约束下严格优选正 NPV 项目。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全面审视现金流侵蚀：新产品上市若蚕食旧产品销量，必须将损失计入增量成本。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当面对两个投资规模差异巨大的互斥项目时，为什么 NPV 优选结果可能与 IRR 排序产生冲突？此时应以哪个指标为准？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简述加速折旧法对企业投资项目初始几年净现金流及 NPV 的正面影响。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