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A3B"/>
                </a:solidFill>
              </a:defRPr>
            </a:pPr>
            <a:r>
              <a:t>MANAGERIAL ECONOMICS · 第 7 版精编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第11章：全球化背景下的跨国企业经营决策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Global Operations, Exchange Risk &amp; Cross-Border Transfer Pricing</a:t>
            </a:r>
          </a:p>
          <a:p>
            <a:br/>
            <a:pPr>
              <a:defRPr sz="1200">
                <a:solidFill>
                  <a:srgbClr val="D2DCE6"/>
                </a:solidFill>
              </a:defRPr>
            </a:pPr>
            <a:r>
              <a:t>授课主线：微观理论机制 ➔ 数理量化模型 ➔ MBA标杆商业实战 ➔ 决策落地清单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本章核心逻辑架构与学习路线图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国际贸易理论基础：绝对优势、比较优势理论与赫克歇尔-俄林要素禀赋模型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跨国经营战略进入模式：出口贸易、技术许可、合资企业与独资绿地投资 (FDI)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汇率风险管理：交易风险、折算风险与经济风险的金融衍生品对冲策略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跨国转移定价 (Transfer Pricing) 与全球税收筹划及合规边界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(模块一与二)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01 · 比较优势与国际分工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即使一国在所有产品上均不具备绝对优势，只要集中生产机会成本相对较低的产品开展贸易，贸易双方均可获得福利提升。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02 · 邓宁国际生产折衷理论 (OLI)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所有权特定优势 (O) + 内部化优势 (I) + 区位优势 (L) 三者兼备时，企业倾向于选择对外直接投资 (FDI)。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(模块三与四)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03 · 跨国转移定价机制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跨国公司内部母子公司买卖中间产品时自主制定的结算价格。旨在规避高税率国所得税、规避外汇管制，需符合 OECD'独立交易原则'(Arm's Length Principle)。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04 · 汇率风险对冲工具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利用远期外汇合约 (Forward)、外汇期货、货币掉期 (Swap) 与期权锁定外币现金流折算汇率，平滑财报波动。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CASE STUDY · 标杆企业决策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MBA 商业实战案例深度剖析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B365D"/>
                </a:solidFill>
              </a:defRPr>
            </a:pPr>
            <a:r>
              <a:t>【MBA实战案例】福耀玻璃美国建厂的全球化布局与苹果公司全球供应链税收筹划</a:t>
            </a:r>
          </a:p>
          <a:p>
            <a:r>
              <a:rPr b="1" sz="1300">
                <a:solidFill>
                  <a:srgbClr val="E06A3B"/>
                </a:solidFill>
              </a:rPr>
              <a:t>【商业情境与决策困局】： </a:t>
            </a:r>
            <a:r>
              <a:rPr>
                <a:solidFill>
                  <a:srgbClr val="282C34"/>
                </a:solidFill>
              </a:rPr>
              <a:t>福耀玻璃在俄亥俄州投资建厂贴近通用汽车客户；苹果公司通过爱尔兰海外子公司优化全球无形资产转移定价架构。</a:t>
            </a:r>
          </a:p>
          <a:p>
            <a:r>
              <a:rPr b="1" sz="1300">
                <a:solidFill>
                  <a:srgbClr val="1B365D"/>
                </a:solidFill>
              </a:rPr>
              <a:t>
【管理经济学深度剖析】： </a:t>
            </a:r>
            <a:r>
              <a:rPr>
                <a:solidFill>
                  <a:srgbClr val="282C34"/>
                </a:solidFill>
              </a:rPr>
              <a:t>福耀玻璃通过 FDI 克服海运成本与关税壁垒，发挥就地供应区位优势；苹果公司在合规框架下统筹全球税率差异，展现了高阶全球资产配置能力。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EXECUTIVE CHECKLIST · 决策闭环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管理决策落地启示清单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构建全球韧性供应链：避免单一区域地缘政治断链风险。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善用金融对冲锁定汇率：防范汇兑损益吞噬实业微薄利润。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REVIEW &amp; DISCUSSION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本章复习思考与考试典型考点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01：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在当前逆全球化与贸易保护主义抬头背景下，中国制造企业如何利用'中国+1'战略与海外直接投资实现供应链再平衡？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02：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解释跨国公司在制定内部转移价格时，如何权衡东道国与母国的关税税率及企业所得税税率差异？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