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06A3B"/>
                </a:solidFill>
              </a:defRPr>
            </a:pPr>
            <a:r>
              <a:t>MANAGERIAL ECONOMICS · 第 7 版精编</a:t>
            </a:r>
          </a:p>
          <a:p>
            <a:pPr>
              <a:spcBef>
                <a:spcPts val="1400"/>
              </a:spcBef>
              <a:spcAft>
                <a:spcPts val="1000"/>
              </a:spcAft>
              <a:defRPr sz="3600" b="1">
                <a:solidFill>
                  <a:srgbClr val="FFFFFF"/>
                </a:solidFill>
              </a:defRPr>
            </a:pPr>
            <a:r>
              <a:t>第5章：成本利润分析与规模经济</a:t>
            </a:r>
          </a:p>
          <a:p>
            <a:pPr>
              <a:defRPr sz="1600">
                <a:solidFill>
                  <a:srgbClr val="B4C3D7"/>
                </a:solidFill>
              </a:defRPr>
            </a:pPr>
            <a:r>
              <a:t>Cost-Profit Analysis, Economies of Scale &amp; Scope</a:t>
            </a:r>
          </a:p>
          <a:p>
            <a:br/>
            <a:pPr>
              <a:defRPr sz="1200">
                <a:solidFill>
                  <a:srgbClr val="D2DCE6"/>
                </a:solidFill>
              </a:defRPr>
            </a:pPr>
            <a:r>
              <a:t>授课主线：微观理论机制 ➔ 数理量化模型 ➔ MBA标杆商业实战 ➔ 决策落地清单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本章核心逻辑架构与学习路线图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64592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60020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管理成本核心分类：机会成本、沉没成本、边际成本 (MC) 与增量成本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83464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78892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短期成本曲线族形态：TC, TFC, TVC, ATC, AVC, AFC, MC 几何关联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402336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397764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长期平均成本曲线 (LAC) 与规模经济 (Economies of Scale) / 范围经济 (Scope)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29200"/>
            <a:ext cx="10728655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5212080"/>
            <a:ext cx="640080" cy="6400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5166360"/>
            <a:ext cx="9509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C34"/>
                </a:solidFill>
              </a:defRPr>
            </a:pPr>
            <a:r>
              <a:t>盈亏平衡分析 (BEP) 与贡献毛益法 (Contribution Margin) 决策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(模块一与二)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01 · 成本函数与对偶性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成本函数是生产函数的经济表现形式。短期 MC 穿过 AVC 和 ATC 的最低点；MC 递增源于边际产量 MP 递减。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02 · 长期成本与规模经济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LAC 曲线是所有短期 SAC 曲线的包络线。规模经济来自专业化分工、大宗采购议价权、研发分摊；规模不经济来自组织协调官僚成本。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2026 管理经济学 (第7版) | MBA &amp; 本科高阶核心课件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核心理论机制与数理推导 (模块三与四)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03 · 范围经济与协同效应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范围经济表现为：C(Q1, Q2) &lt; C(Q1, 0) + C(0, Q2)。源自研发平台共享、营销渠道共用、品牌资产复用。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63040"/>
            <a:ext cx="52578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72200" y="1463040"/>
            <a:ext cx="5257800" cy="73152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机制 04 · 盈亏平衡与经营杠杆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377440"/>
            <a:ext cx="4709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C34"/>
                </a:solidFill>
              </a:defRPr>
            </a:pPr>
            <a:r>
              <a:t>Q_BEP = TFC / (P - AVC)。经营杠杆系数 DOL = %ΔEBIT / %ΔQ = Q(P - AVC) / [Q(P - AVC) - TFC]，固定成本占比越高，经营杠杆越大。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CASE STUDY · 标杆企业决策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MBA 商业实战案例深度剖析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10728655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A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966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B365D"/>
                </a:solidFill>
              </a:defRPr>
            </a:pPr>
            <a:r>
              <a:t>【MBA实战案例】比亚迪垂直整合的规模经济与美团即时配送的范围经济</a:t>
            </a:r>
          </a:p>
          <a:p>
            <a:r>
              <a:rPr b="1" sz="1300">
                <a:solidFill>
                  <a:srgbClr val="E06A3B"/>
                </a:solidFill>
              </a:rPr>
              <a:t>【商业情境与决策困局】： </a:t>
            </a:r>
            <a:r>
              <a:rPr>
                <a:solidFill>
                  <a:srgbClr val="282C34"/>
                </a:solidFill>
              </a:rPr>
              <a:t>比亚迪自研电池、电机、电控芯片以实现极致规模降本；美团在同一配送网络上叠加外卖、生鲜、医药与即时零售业务。</a:t>
            </a:r>
          </a:p>
          <a:p>
            <a:r>
              <a:rPr b="1" sz="1300">
                <a:solidFill>
                  <a:srgbClr val="1B365D"/>
                </a:solidFill>
              </a:rPr>
              <a:t>
【管理经济学深度剖析】： </a:t>
            </a:r>
            <a:r>
              <a:rPr>
                <a:solidFill>
                  <a:srgbClr val="282C34"/>
                </a:solidFill>
              </a:rPr>
              <a:t>比亚迪沿整车制造 LAC 曲线追求最小有效规模 (MES)；美团则通过多业务共享底层骑手配送网络，最大化释放范围经济红利。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EXECUTIVE CHECKLIST · 决策闭环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管理决策落地启示清单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算清贡献毛益：只要边际贡献 (P - AVC) &gt; 0，短期生产即可分摊固定成本。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290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645920"/>
            <a:ext cx="3429000" cy="5486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ACTION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377440"/>
            <a:ext cx="3063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</a:defRPr>
            </a:pPr>
            <a:r>
              <a:t>掌握杠杆双刃剑：高固定资产投入带来繁荣期高利润爆发与萧条期剧烈亏损。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457200"/>
            <a:ext cx="109728" cy="777240"/>
          </a:xfrm>
          <a:prstGeom prst="rect">
            <a:avLst/>
          </a:prstGeom>
          <a:solidFill>
            <a:srgbClr val="E06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365760"/>
            <a:ext cx="1042416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06A3B"/>
                </a:solidFill>
              </a:defRPr>
            </a:pPr>
            <a:r>
              <a:t>REVIEW &amp; DISCUSSION</a:t>
            </a:r>
          </a:p>
          <a:p>
            <a:pPr>
              <a:defRPr sz="2200" b="1">
                <a:solidFill>
                  <a:srgbClr val="1B365D"/>
                </a:solidFill>
              </a:defRPr>
            </a:pPr>
            <a:r>
              <a:t>本章复习思考与考试典型考点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01：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某工厂固定成本 100 万元，单价 50 元，单位变动成本 30 元。请计算其盈亏平衡点销售量，并分析若单位变动成本上升 10% 对保本点的影响。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10728655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10149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06A3B"/>
                </a:solidFill>
              </a:defRPr>
            </a:pPr>
            <a:r>
              <a:t>研讨考题 02：</a:t>
            </a:r>
          </a:p>
          <a:p>
            <a:pPr>
              <a:spcBef>
                <a:spcPts val="600"/>
              </a:spcBef>
              <a:defRPr sz="1300">
                <a:solidFill>
                  <a:srgbClr val="282C34"/>
                </a:solidFill>
              </a:defRPr>
            </a:pPr>
            <a:r>
              <a:t>阐述学习效应（Learning Curve）与规模经济（Economies of Scale）的区别与联系。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