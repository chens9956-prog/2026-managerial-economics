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6A3B"/>
                </a:solidFill>
              </a:defRPr>
            </a:pPr>
            <a:r>
              <a:t>MANAGERIAL ECONOMICS · 第 7 版精编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第1章：市场供求机制与均衡运行</a:t>
            </a:r>
          </a:p>
          <a:p>
            <a:pPr>
              <a:defRPr sz="1600">
                <a:solidFill>
                  <a:srgbClr val="B4C3D7"/>
                </a:solidFill>
              </a:defRPr>
            </a:pPr>
            <a:r>
              <a:t>Market Supply, Demand &amp; Price Equilibrium Mechanism</a:t>
            </a:r>
          </a:p>
          <a:p>
            <a:br/>
            <a:pPr>
              <a:defRPr sz="1200">
                <a:solidFill>
                  <a:srgbClr val="D2DCE6"/>
                </a:solidFill>
              </a:defRPr>
            </a:pPr>
            <a:r>
              <a:t>授课主线：微观理论机制 ➔ 数理量化模型 ➔ MBA标杆商业实战 ➔ 决策落地清单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本章核心逻辑架构与学习路线图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需求与供给的决定因素：价格内生变量 vs 非价格外生冲击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8892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市场均衡状态的形成与动态蛛网调整 (Market Equilibrium)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4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供求定理应用：供给侧冲击与需求侧偏好转移的量化传导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1663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政府干预与福利效应：最高限价、最低支持价与税收无谓损失 (Deadweight Loss)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(模块一与二)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01 · 需求与供给函数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需求函数 Qd = f(P, I, Py, T, E)；供给函数 Qs = f(P, C, Tech, E)。价格变动引起线上点移动，非价格因素引起整条曲线移动。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02 · 市场均衡与供求定理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市场在 Qd = Qs 处达到出清价格 P* 和均衡交易量 Q*。供求定理表明：需求增加导致价量齐升；供给增加导致价跌量升。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(模块三与四)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03 · 价格管制与扭曲效应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最高限价 (Price Ceiling) 导致持续短缺、排队、黑市与寻租；最低限价 (Price Floor) 导致过剩与政府收储财政负担。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04 · 税收归宿与无谓损失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税收法定承担者不等于经济承担者，税负在买卖双方之间的分摊取决于供求弹性的相对大小，无谓损失随弹性增大而剧增。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CASE STUDY · 标杆企业决策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MBA 商业实战案例深度剖析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B365D"/>
                </a:solidFill>
              </a:defRPr>
            </a:pPr>
            <a:r>
              <a:t>【MBA实战案例】城市网约车动态调价与农产品价格支持政策的经济学机理</a:t>
            </a:r>
          </a:p>
          <a:p>
            <a:r>
              <a:rPr b="1" sz="1300">
                <a:solidFill>
                  <a:srgbClr val="E06A3B"/>
                </a:solidFill>
              </a:rPr>
              <a:t>【商业情境与决策困局】： </a:t>
            </a:r>
            <a:r>
              <a:rPr>
                <a:solidFill>
                  <a:srgbClr val="282C34"/>
                </a:solidFill>
              </a:rPr>
              <a:t>滴滴等出行平台在早晚高峰或暴雨天气启动'动态加价'算法；部分地区对农产品实行'最低收购保护价'。</a:t>
            </a:r>
          </a:p>
          <a:p>
            <a:r>
              <a:rPr b="1" sz="1300">
                <a:solidFill>
                  <a:srgbClr val="1B365D"/>
                </a:solidFill>
              </a:rPr>
              <a:t>
【管理经济学深度剖析】： </a:t>
            </a:r>
            <a:r>
              <a:rPr>
                <a:solidFill>
                  <a:srgbClr val="282C34"/>
                </a:solidFill>
              </a:rPr>
              <a:t>动态加价本质是通过价格信号瞬间平抑超额需求并激励运力供给，实现供求快速出清；而保护价若脱离市场供求将造成巨大的财政收储库存与资源错配。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EXECUTIVE CHECKLIST · 决策闭环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管理决策落地启示清单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尊重市场价格信号：价格是协调全社会资源配置最有效的分布式计算机制。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预判政策外部性：任何价格行政管制都会产生无谓损失与二次扭曲。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REVIEW &amp; DISCUSSION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本章复习思考与考试典型考点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01：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为什么对新能源汽车发放消费补贴，最终有一部分补贴会被整车厂商或电池厂商捕获？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02：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分析房产交易环节征收契税，实际是由买方还是卖方承担更多？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