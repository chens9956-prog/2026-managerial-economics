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6A3B"/>
                </a:solidFill>
              </a:defRPr>
            </a:pPr>
            <a:r>
              <a:t>MANAGERIAL ECONOMICS · 第 7 版精编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第9章：风险决策分析与信息不对称</a:t>
            </a:r>
          </a:p>
          <a:p>
            <a:pPr>
              <a:defRPr sz="1600">
                <a:solidFill>
                  <a:srgbClr val="B4C3D7"/>
                </a:solidFill>
              </a:defRPr>
            </a:pPr>
            <a:r>
              <a:t>Risk Analysis, Decision Trees &amp; Asymmetric Information</a:t>
            </a:r>
          </a:p>
          <a:p>
            <a:br/>
            <a:pPr>
              <a:defRPr sz="1200">
                <a:solidFill>
                  <a:srgbClr val="D2DCE6"/>
                </a:solidFill>
              </a:defRPr>
            </a:pPr>
            <a:r>
              <a:t>授课主线：微观理论机制 ➔ 数理量化模型 ➔ MBA标杆商业实战 ➔ 决策落地清单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本章核心逻辑架构与学习路线图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020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风险度量指标：期望值 (Expected Value)、方差、标准差与离散系数 (CV)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8892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风险态度与效用函数：风险规避 (Risk Averse)、风险中性与风险偏好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4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多阶段序贯决策：决策树分析法 (Decision Tree) 与贝叶斯信息价值 (EVPI)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21208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16636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信息不对称理论：逆向选择 (Adverse Selection)、道德风险 (Moral Hazard) 与激励机制设计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(模块一与二)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01 · 期望效用理论 (EUT)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风险厌恶者的效用函数呈严格凹函数 U''(W) &lt; 0，期望效用 E[U(W)] 小于期望财富的效用 U(E[W])，愿意支付风险溢价购买保险。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02 · 决策树与后退归纳法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方框表示决策节点，圆圈表示状态节点。从决策树的最末端向根部逐级倒推（Rollback），计算各分支期望收益并剪枝。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(模块三与四)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03 · 信息价值分析 (EVPI)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完全信息价值 EVPI = 完全信息下的期望收益 - 不完全信息下的期望收益。指导企业在做市场调研时愿支付的最大预算。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04 · 信息不对称治理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逆向选择（事前）：通过信号传递（如品牌保修、学历背书）与信息甄别解决；道德风险（事后）：通过期权激励、绩效绑定契约解决。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CASE STUDY · 标杆企业决策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MBA 商业实战案例深度剖析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B365D"/>
                </a:solidFill>
              </a:defRPr>
            </a:pPr>
            <a:r>
              <a:t>【MBA实战案例】二手车交易平台（柠檬市场困境破解）与互联网金融风控模型</a:t>
            </a:r>
          </a:p>
          <a:p>
            <a:r>
              <a:rPr b="1" sz="1300">
                <a:solidFill>
                  <a:srgbClr val="E06A3B"/>
                </a:solidFill>
              </a:rPr>
              <a:t>【商业情境与决策困局】： </a:t>
            </a:r>
            <a:r>
              <a:rPr>
                <a:solidFill>
                  <a:srgbClr val="282C34"/>
                </a:solidFill>
              </a:rPr>
              <a:t>二手车市场买卖双方信息不对称导致劣币驱逐良币；网贷平台面临借款人道德风险与跑路坏账挑战。</a:t>
            </a:r>
          </a:p>
          <a:p>
            <a:r>
              <a:rPr b="1" sz="1300">
                <a:solidFill>
                  <a:srgbClr val="1B365D"/>
                </a:solidFill>
              </a:rPr>
              <a:t>
【管理经济学深度剖析】： </a:t>
            </a:r>
            <a:r>
              <a:rPr>
                <a:solidFill>
                  <a:srgbClr val="282C34"/>
                </a:solidFill>
              </a:rPr>
              <a:t>瓜子二手车等通过 259 项专业检测认证与 7 天无理由退车（信号传递机制），消除买方信息不对称，促成市场良性交易。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EXECUTIVE CHECKLIST · 决策闭环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管理决策落地启示清单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科学评估风险收益比：使用离散系数横向对比不同投资标的。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建立相容的激励契约：让代理人的个人利益目标与委托人的股东价值最大化对齐。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REVIEW &amp; DISCUSSION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本章复习思考与考试典型考点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01：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请画出新药研发三期临床试验的决策树框架，并演示如何用后退归纳法计算最优决策路径。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02：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阿克洛夫（Akerlof）提出的'柠檬市场'模型说明了什么核心经济学问题？企业如何通过质保承诺化解？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